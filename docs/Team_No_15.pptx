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FFFFFF"/>
                </a:solidFill>
              </a:defRPr>
            </a:pPr>
            <a:r>
              <a:t>WasteWise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0">
                <a:solidFill>
                  <a:srgbClr val="FFFFFF"/>
                </a:solidFill>
              </a:defRPr>
            </a:pPr>
            <a:r>
              <a:t>Canteen Food-Waste Intelligence - measure, understand, reduce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Team No 15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t>Seminar presentation | Supports UN SDG 12.3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Institutional canteens and hostel messes serve hundreds of meals a day, yet waste is rarely recorded.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Where it occurs (preparation, surplus, serving line, plate, spoilage) and why is unknown.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Without per-meal measurement, managers cannot target fixes or check whether a fix worked.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Open per-meal Indian canteen data is not available (none found), so tools cannot be tested on real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Context: SDG 12.3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UN SDG Target 12.3: halve per-capita global food waste at retail and consumer level, and reduce food losses along production and supply chains, by 2030.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Canteens are a practical, controllable setting for measurement and pilots.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WasteWise is a prototype that turns simple logs into evidence for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Literature 1: Plate waste in school meals (Rezekne, Latvia)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Zenodo record, DOI 10.5281/zenodo.14164542 (read).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Measured plate waste: about 21.1% of food served (89 g per child) at the start of the school year, 19.4% (81 g) at the end.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Relevance: shows plate waste can be measured as a share of food served per meal - the same denominator logic WasteWise uses (kg per meal served).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Caveat: school study in Latvia, not India. Used as context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Literature 2: Food wastage in Panjab University girls' hostels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Questionnaire study, 135 respondents. DOI 10.22271/27067483.2024.v6.i1f.279 (read).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Perceived most-wasted items: rice 56.25%, vegetables 30%, chapati 13.5%.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Perceived reasons for leftovers: bad taste 46%, poor serving 27%, overeating 18%, nutrition 9%.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Relevance: closest Indian hostel setting; motivates tracking rice and disliked sabzi, and a taste/serving-focused action.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Caveat: perceptions, not measured kg.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Literature 3: WRI - Food Loss and Waste in India: The Knowns and The Unknowns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World Resources Institute working paper, DOI 10.46830/wriwp.20.00106 (abstract and key findings read).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States that empirical research on food waste in India is very scarce and existing data are not comparable.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Relevance: confirms the evidence gap that standardised, per-meal logging (WasteWise) aims to address.</a:t>
            </a:r>
          </a:p>
          <a:p>
            <a:pPr>
              <a:spcAft>
                <a:spcPts val="800"/>
              </a:spcAft>
              <a:defRPr sz="2000" b="0">
                <a:solidFill>
                  <a:srgbClr val="222B33"/>
                </a:solidFill>
              </a:defRPr>
            </a:pPr>
            <a:r>
              <a:t>• Caveat: we cite only its abstract-level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Gap and our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Gap: little measured, comparable, per-meal canteen data in India; no easy tool for kitchens.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Idea: a lightweight logging + analytics tool: structured entries, kg per meal served, evidence-linked rule-based suggestions, and baseline vs follow-up tracking.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Deliberately no machine learning and no environmental-impact claims in the MVP.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Structured logging: date/session, meal, item, stage, avoidable/unavoidable/unknown, kg, method, provenance.</a:t>
            </a:r>
          </a:p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Dashboard summaries and filters; kg/meal shown only with a meals-served denominator.</a:t>
            </a:r>
          </a:p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Rule-based recommendations (R1-R10) with a Suggested action and Evidence (rule, thresholds, numbers).</a:t>
            </a:r>
          </a:p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Intervention tracking: kg/meal before vs after, days covered, coverage, causation caveat.</a:t>
            </a:r>
          </a:p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Validation: rejects weight &lt;= 0 or &gt; 500 kg, future dates, duplicates. CSV export. Synthetic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Architecture and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Streamlit UI (app.py) over Python modules: db (SQLite), analytics, recommendations, demo_data + seed.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Local SQLite with initialisation, migration and a deterministic, idempotent synthetic seed.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Tests: pytest, 29 passing (run locally). Deployed on Streamlit Community Cloud.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Honest limitation: SQLite on Streamlit Cloud is ephemeral; data resets on restart, then the demo re-seeds.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Synthetic demo dataset (clearly labelled)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8 weeks, hostel mess + college canteen, 24 Indian items, about 3,956 waste rows, 316 meals-served rows.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Fixed RNG seed, reproducible; every row source_type = synthetic; INR prices are assumptions.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Embedded patterns: dinner rice overproduction, disliked lauki sabzi, spoilage events, exam/holiday days, a mid-period intervention.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Not real, not validated, not India-measured.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Live demo: dashboard (deployed app, owner-captured 2026-10-11)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  <p:pic>
        <p:nvPicPr>
          <p:cNvPr id="5" name="Picture 4" descr="dashboard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2971553"/>
          </a:xfrm>
          <a:prstGeom prst="rect">
            <a:avLst/>
          </a:prstGeom>
        </p:spPr>
      </p:pic>
      <p:pic>
        <p:nvPicPr>
          <p:cNvPr id="6" name="Picture 5" descr="dashboard-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29341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Live demo: recommendations with action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  <p:pic>
        <p:nvPicPr>
          <p:cNvPr id="5" name="Picture 4" descr="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188720"/>
            <a:ext cx="7680960" cy="39987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Live demo: intervention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  <p:pic>
        <p:nvPicPr>
          <p:cNvPr id="5" name="Picture 4" descr="interv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188720"/>
            <a:ext cx="7680960" cy="4164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7F4B"/>
                </a:solidFill>
              </a:defRPr>
            </a:pPr>
            <a:r>
              <a:t>Synthetic demo outcome (about -38% dinner-rice kg/meal) is built into the generator - illustration, not a finding.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Results, verification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Tests run: pytest 29 passed, 0 failed.</a:t>
            </a:r>
          </a:p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Verified live by the project owner (screenshots, 2026-10-11): app loads with auto-seeded synthetic data, dashboard, recommendations, intervention impact, export tab.</a:t>
            </a:r>
          </a:p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Not verified live: add-record submit, CSV download.</a:t>
            </a:r>
          </a:p>
          <a:p>
            <a:pPr>
              <a:spcAft>
                <a:spcPts val="800"/>
              </a:spcAft>
              <a:defRPr sz="2100" b="0">
                <a:solidFill>
                  <a:srgbClr val="222B33"/>
                </a:solidFill>
              </a:defRPr>
            </a:pPr>
            <a:r>
              <a:t>• Limits: synthetic data, ephemeral storage, no ML, no auth, before/after does not prove causation.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Pilot with a real canteen using weighed logs (with consent, no personal data).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Durable storage (hosted database) and authentication.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Richer analysis after real data exists; compare against published ranges.</a:t>
            </a:r>
          </a:p>
          <a:p>
            <a:pPr>
              <a:spcAft>
                <a:spcPts val="800"/>
              </a:spcAft>
              <a:defRPr sz="2400" b="0">
                <a:solidFill>
                  <a:srgbClr val="222B33"/>
                </a:solidFill>
              </a:defRPr>
            </a:pPr>
            <a:r>
              <a:t>• Menu/attendance forecasting only once enough validated data is collected.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7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Thank you - Team No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Repo: github.com/commanderbadie/wastewise-food-waste-intelligence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Live: wastewise-food-waste-intelligence-qeykaa8immms9xxex9aoin.streamlit.app</a:t>
            </a:r>
          </a:p>
          <a:p>
            <a:pPr>
              <a:spcAft>
                <a:spcPts val="800"/>
              </a:spcAft>
              <a:defRPr sz="2200" b="0">
                <a:solidFill>
                  <a:srgbClr val="222B33"/>
                </a:solidFill>
              </a:defRPr>
            </a:pPr>
            <a:r>
              <a:t>•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66666"/>
                </a:solidFill>
              </a:defRPr>
            </a:pPr>
            <a:r>
              <a:t>Team No 15 | WasteWise | all demo data is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